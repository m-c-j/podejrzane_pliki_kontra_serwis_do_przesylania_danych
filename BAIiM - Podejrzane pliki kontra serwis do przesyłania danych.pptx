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1" r:id="rId1"/>
  </p:sldMasterIdLst>
  <p:sldIdLst>
    <p:sldId id="256" r:id="rId2"/>
    <p:sldId id="257" r:id="rId3"/>
    <p:sldId id="258" r:id="rId4"/>
    <p:sldId id="259" r:id="rId5"/>
    <p:sldId id="264" r:id="rId6"/>
    <p:sldId id="265" r:id="rId7"/>
    <p:sldId id="266" r:id="rId8"/>
    <p:sldId id="267" r:id="rId9"/>
    <p:sldId id="268" r:id="rId10"/>
    <p:sldId id="261" r:id="rId11"/>
    <p:sldId id="262" r:id="rId12"/>
    <p:sldId id="263" r:id="rId13"/>
    <p:sldId id="26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ciej Kochan" userId="5d8b395bdc00bf78" providerId="LiveId" clId="{4C887172-C58D-4305-884D-BD819ECBDB05}"/>
    <pc:docChg chg="addSld modSld">
      <pc:chgData name="Maciej Kochan" userId="5d8b395bdc00bf78" providerId="LiveId" clId="{4C887172-C58D-4305-884D-BD819ECBDB05}" dt="2025-11-28T15:14:47.979" v="315" actId="20577"/>
      <pc:docMkLst>
        <pc:docMk/>
      </pc:docMkLst>
      <pc:sldChg chg="modSp new mod">
        <pc:chgData name="Maciej Kochan" userId="5d8b395bdc00bf78" providerId="LiveId" clId="{4C887172-C58D-4305-884D-BD819ECBDB05}" dt="2025-11-28T15:14:47.979" v="315" actId="20577"/>
        <pc:sldMkLst>
          <pc:docMk/>
          <pc:sldMk cId="4277937291" sldId="268"/>
        </pc:sldMkLst>
        <pc:spChg chg="mod">
          <ac:chgData name="Maciej Kochan" userId="5d8b395bdc00bf78" providerId="LiveId" clId="{4C887172-C58D-4305-884D-BD819ECBDB05}" dt="2025-11-28T15:01:31.844" v="10" actId="20577"/>
          <ac:spMkLst>
            <pc:docMk/>
            <pc:sldMk cId="4277937291" sldId="268"/>
            <ac:spMk id="2" creationId="{9752CA37-AB61-08D7-A919-2225D161B169}"/>
          </ac:spMkLst>
        </pc:spChg>
        <pc:spChg chg="mod">
          <ac:chgData name="Maciej Kochan" userId="5d8b395bdc00bf78" providerId="LiveId" clId="{4C887172-C58D-4305-884D-BD819ECBDB05}" dt="2025-11-28T15:14:47.979" v="315" actId="20577"/>
          <ac:spMkLst>
            <pc:docMk/>
            <pc:sldMk cId="4277937291" sldId="268"/>
            <ac:spMk id="3" creationId="{53F177E5-3671-CAD7-E81D-4F61503D079F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BD982C-B36F-4D26-9AD0-F01C17A27A2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03E6ECF5-52F7-4EAE-826C-CC49D9C60AAE}">
      <dgm:prSet/>
      <dgm:spPr/>
      <dgm:t>
        <a:bodyPr/>
        <a:lstStyle/>
        <a:p>
          <a:r>
            <a:rPr lang="pl-PL"/>
            <a:t>Cel projektu</a:t>
          </a:r>
          <a:endParaRPr lang="en-US"/>
        </a:p>
      </dgm:t>
    </dgm:pt>
    <dgm:pt modelId="{4D9D8567-E1C9-40CE-B5C3-454C60D106EE}" type="parTrans" cxnId="{36ADA104-95F8-4B9F-9C09-CDDCB06AE30D}">
      <dgm:prSet/>
      <dgm:spPr/>
      <dgm:t>
        <a:bodyPr/>
        <a:lstStyle/>
        <a:p>
          <a:endParaRPr lang="en-US"/>
        </a:p>
      </dgm:t>
    </dgm:pt>
    <dgm:pt modelId="{11CBAB24-B21E-4EDB-AC8F-A82388E3AD33}" type="sibTrans" cxnId="{36ADA104-95F8-4B9F-9C09-CDDCB06AE30D}">
      <dgm:prSet/>
      <dgm:spPr/>
      <dgm:t>
        <a:bodyPr/>
        <a:lstStyle/>
        <a:p>
          <a:endParaRPr lang="en-US"/>
        </a:p>
      </dgm:t>
    </dgm:pt>
    <dgm:pt modelId="{A857F800-A660-46FB-8D34-03EEA08FBA15}">
      <dgm:prSet/>
      <dgm:spPr/>
      <dgm:t>
        <a:bodyPr/>
        <a:lstStyle/>
        <a:p>
          <a:r>
            <a:rPr lang="pl-PL"/>
            <a:t>Technologie</a:t>
          </a:r>
          <a:endParaRPr lang="en-US"/>
        </a:p>
      </dgm:t>
    </dgm:pt>
    <dgm:pt modelId="{58D77E0A-D335-4EDB-86A4-04EC2A513A39}" type="parTrans" cxnId="{87DB1C36-2233-48E8-B818-CC602574F69A}">
      <dgm:prSet/>
      <dgm:spPr/>
      <dgm:t>
        <a:bodyPr/>
        <a:lstStyle/>
        <a:p>
          <a:endParaRPr lang="en-US"/>
        </a:p>
      </dgm:t>
    </dgm:pt>
    <dgm:pt modelId="{A37D0A57-34C9-44DD-BB5B-6F8E0142AF88}" type="sibTrans" cxnId="{87DB1C36-2233-48E8-B818-CC602574F69A}">
      <dgm:prSet/>
      <dgm:spPr/>
      <dgm:t>
        <a:bodyPr/>
        <a:lstStyle/>
        <a:p>
          <a:endParaRPr lang="en-US"/>
        </a:p>
      </dgm:t>
    </dgm:pt>
    <dgm:pt modelId="{5739067F-A2FA-4C67-B28E-B4676DF19225}">
      <dgm:prSet/>
      <dgm:spPr/>
      <dgm:t>
        <a:bodyPr/>
        <a:lstStyle/>
        <a:p>
          <a:r>
            <a:rPr lang="pl-PL"/>
            <a:t>Opis narzędzia</a:t>
          </a:r>
          <a:endParaRPr lang="en-US"/>
        </a:p>
      </dgm:t>
    </dgm:pt>
    <dgm:pt modelId="{476CEB04-21E5-4FEA-9FB8-073FB469569B}" type="parTrans" cxnId="{21C99A61-7A1F-4710-92C1-481D306E10A9}">
      <dgm:prSet/>
      <dgm:spPr/>
      <dgm:t>
        <a:bodyPr/>
        <a:lstStyle/>
        <a:p>
          <a:endParaRPr lang="en-US"/>
        </a:p>
      </dgm:t>
    </dgm:pt>
    <dgm:pt modelId="{D27AD0A8-9711-4929-BE14-D36ADAED3E02}" type="sibTrans" cxnId="{21C99A61-7A1F-4710-92C1-481D306E10A9}">
      <dgm:prSet/>
      <dgm:spPr/>
      <dgm:t>
        <a:bodyPr/>
        <a:lstStyle/>
        <a:p>
          <a:endParaRPr lang="en-US"/>
        </a:p>
      </dgm:t>
    </dgm:pt>
    <dgm:pt modelId="{6A314DDA-3F7D-4E45-BA4D-A167FE28A093}">
      <dgm:prSet/>
      <dgm:spPr/>
      <dgm:t>
        <a:bodyPr/>
        <a:lstStyle/>
        <a:p>
          <a:r>
            <a:rPr lang="pl-PL"/>
            <a:t>Rodzaje ataków </a:t>
          </a:r>
          <a:endParaRPr lang="en-US"/>
        </a:p>
      </dgm:t>
    </dgm:pt>
    <dgm:pt modelId="{F219BCB5-EDA2-4973-9E8E-455444D16C42}" type="parTrans" cxnId="{29E5D7F2-7DD4-40AC-A7DA-562276EA04B8}">
      <dgm:prSet/>
      <dgm:spPr/>
      <dgm:t>
        <a:bodyPr/>
        <a:lstStyle/>
        <a:p>
          <a:endParaRPr lang="en-US"/>
        </a:p>
      </dgm:t>
    </dgm:pt>
    <dgm:pt modelId="{CB41F65B-6D3A-4F07-86F5-A58F14628F3E}" type="sibTrans" cxnId="{29E5D7F2-7DD4-40AC-A7DA-562276EA04B8}">
      <dgm:prSet/>
      <dgm:spPr/>
      <dgm:t>
        <a:bodyPr/>
        <a:lstStyle/>
        <a:p>
          <a:endParaRPr lang="en-US"/>
        </a:p>
      </dgm:t>
    </dgm:pt>
    <dgm:pt modelId="{CA406EEF-A55D-4C72-B2B2-D1ECA34F2C58}">
      <dgm:prSet/>
      <dgm:spPr/>
      <dgm:t>
        <a:bodyPr/>
        <a:lstStyle/>
        <a:p>
          <a:r>
            <a:rPr lang="pl-PL" dirty="0"/>
            <a:t>Opis naszej aplikacji</a:t>
          </a:r>
          <a:endParaRPr lang="en-US" dirty="0"/>
        </a:p>
      </dgm:t>
    </dgm:pt>
    <dgm:pt modelId="{46576EBF-6C58-45B8-893E-39F1B49D5FEB}" type="parTrans" cxnId="{8A01BF5B-2451-4165-8F1C-BBEF120E882A}">
      <dgm:prSet/>
      <dgm:spPr/>
      <dgm:t>
        <a:bodyPr/>
        <a:lstStyle/>
        <a:p>
          <a:endParaRPr lang="en-US"/>
        </a:p>
      </dgm:t>
    </dgm:pt>
    <dgm:pt modelId="{F904EF60-5A60-44BB-A91A-DD7B24966A4E}" type="sibTrans" cxnId="{8A01BF5B-2451-4165-8F1C-BBEF120E882A}">
      <dgm:prSet/>
      <dgm:spPr/>
      <dgm:t>
        <a:bodyPr/>
        <a:lstStyle/>
        <a:p>
          <a:endParaRPr lang="en-US"/>
        </a:p>
      </dgm:t>
    </dgm:pt>
    <dgm:pt modelId="{5DF40B57-01B7-482F-B6CD-4F7B63207338}">
      <dgm:prSet/>
      <dgm:spPr/>
      <dgm:t>
        <a:bodyPr/>
        <a:lstStyle/>
        <a:p>
          <a:r>
            <a:rPr lang="pl-PL"/>
            <a:t>Omówienie zadań praktycznych</a:t>
          </a:r>
          <a:endParaRPr lang="en-US"/>
        </a:p>
      </dgm:t>
    </dgm:pt>
    <dgm:pt modelId="{2C0089B5-8EEB-4816-88F6-B0AFB3688A20}" type="parTrans" cxnId="{A4F66DB3-C862-4DDC-BDEB-E566BC7935F6}">
      <dgm:prSet/>
      <dgm:spPr/>
      <dgm:t>
        <a:bodyPr/>
        <a:lstStyle/>
        <a:p>
          <a:endParaRPr lang="en-US"/>
        </a:p>
      </dgm:t>
    </dgm:pt>
    <dgm:pt modelId="{D8AD56AD-1CB3-46F2-A715-C3C27E2D2E71}" type="sibTrans" cxnId="{A4F66DB3-C862-4DDC-BDEB-E566BC7935F6}">
      <dgm:prSet/>
      <dgm:spPr/>
      <dgm:t>
        <a:bodyPr/>
        <a:lstStyle/>
        <a:p>
          <a:endParaRPr lang="en-US"/>
        </a:p>
      </dgm:t>
    </dgm:pt>
    <dgm:pt modelId="{1BBC41F5-B45D-4741-B6DC-EB229435B952}" type="pres">
      <dgm:prSet presAssocID="{94BD982C-B36F-4D26-9AD0-F01C17A27A2A}" presName="root" presStyleCnt="0">
        <dgm:presLayoutVars>
          <dgm:dir/>
          <dgm:resizeHandles val="exact"/>
        </dgm:presLayoutVars>
      </dgm:prSet>
      <dgm:spPr/>
    </dgm:pt>
    <dgm:pt modelId="{FA2B28C9-C82C-4916-9E71-393160EBFCFE}" type="pres">
      <dgm:prSet presAssocID="{03E6ECF5-52F7-4EAE-826C-CC49D9C60AAE}" presName="compNode" presStyleCnt="0"/>
      <dgm:spPr/>
    </dgm:pt>
    <dgm:pt modelId="{B799FFD9-CF73-4BA3-98A5-D019497572F9}" type="pres">
      <dgm:prSet presAssocID="{03E6ECF5-52F7-4EAE-826C-CC49D9C60AAE}" presName="bgRect" presStyleLbl="bgShp" presStyleIdx="0" presStyleCnt="6"/>
      <dgm:spPr/>
    </dgm:pt>
    <dgm:pt modelId="{14190058-BC4E-4214-A86C-5F45FAAE495B}" type="pres">
      <dgm:prSet presAssocID="{03E6ECF5-52F7-4EAE-826C-CC49D9C60AAE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rzał w dziesiątkę"/>
        </a:ext>
      </dgm:extLst>
    </dgm:pt>
    <dgm:pt modelId="{FFD497FE-29B1-4116-89D9-FB1E58017FAE}" type="pres">
      <dgm:prSet presAssocID="{03E6ECF5-52F7-4EAE-826C-CC49D9C60AAE}" presName="spaceRect" presStyleCnt="0"/>
      <dgm:spPr/>
    </dgm:pt>
    <dgm:pt modelId="{AE808487-7F17-4E20-8190-10F4A7DEC44C}" type="pres">
      <dgm:prSet presAssocID="{03E6ECF5-52F7-4EAE-826C-CC49D9C60AAE}" presName="parTx" presStyleLbl="revTx" presStyleIdx="0" presStyleCnt="6">
        <dgm:presLayoutVars>
          <dgm:chMax val="0"/>
          <dgm:chPref val="0"/>
        </dgm:presLayoutVars>
      </dgm:prSet>
      <dgm:spPr/>
    </dgm:pt>
    <dgm:pt modelId="{23C2082F-8B74-4F83-9FDC-F27C61D04684}" type="pres">
      <dgm:prSet presAssocID="{11CBAB24-B21E-4EDB-AC8F-A82388E3AD33}" presName="sibTrans" presStyleCnt="0"/>
      <dgm:spPr/>
    </dgm:pt>
    <dgm:pt modelId="{6DEEB483-E302-4722-B8BB-C0A7E6BCCADB}" type="pres">
      <dgm:prSet presAssocID="{A857F800-A660-46FB-8D34-03EEA08FBA15}" presName="compNode" presStyleCnt="0"/>
      <dgm:spPr/>
    </dgm:pt>
    <dgm:pt modelId="{1E509474-3BE0-43C4-A331-C9F8C28A555C}" type="pres">
      <dgm:prSet presAssocID="{A857F800-A660-46FB-8D34-03EEA08FBA15}" presName="bgRect" presStyleLbl="bgShp" presStyleIdx="1" presStyleCnt="6"/>
      <dgm:spPr/>
    </dgm:pt>
    <dgm:pt modelId="{04655EA4-E305-4006-835F-87ABEB878626}" type="pres">
      <dgm:prSet presAssocID="{A857F800-A660-46FB-8D34-03EEA08FBA15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omputer"/>
        </a:ext>
      </dgm:extLst>
    </dgm:pt>
    <dgm:pt modelId="{4D8E8C9F-2C01-474A-9BC2-590381CBB60E}" type="pres">
      <dgm:prSet presAssocID="{A857F800-A660-46FB-8D34-03EEA08FBA15}" presName="spaceRect" presStyleCnt="0"/>
      <dgm:spPr/>
    </dgm:pt>
    <dgm:pt modelId="{E6841CCE-CE7B-4EF1-A82E-98C212631CE6}" type="pres">
      <dgm:prSet presAssocID="{A857F800-A660-46FB-8D34-03EEA08FBA15}" presName="parTx" presStyleLbl="revTx" presStyleIdx="1" presStyleCnt="6">
        <dgm:presLayoutVars>
          <dgm:chMax val="0"/>
          <dgm:chPref val="0"/>
        </dgm:presLayoutVars>
      </dgm:prSet>
      <dgm:spPr/>
    </dgm:pt>
    <dgm:pt modelId="{07B65665-16D6-4BEC-AACF-04651296EC25}" type="pres">
      <dgm:prSet presAssocID="{A37D0A57-34C9-44DD-BB5B-6F8E0142AF88}" presName="sibTrans" presStyleCnt="0"/>
      <dgm:spPr/>
    </dgm:pt>
    <dgm:pt modelId="{C97961E1-45DD-49DC-A67B-AABA3CE5DA02}" type="pres">
      <dgm:prSet presAssocID="{5739067F-A2FA-4C67-B28E-B4676DF19225}" presName="compNode" presStyleCnt="0"/>
      <dgm:spPr/>
    </dgm:pt>
    <dgm:pt modelId="{9BC27A09-34D1-485A-93CF-298DA777F969}" type="pres">
      <dgm:prSet presAssocID="{5739067F-A2FA-4C67-B28E-B4676DF19225}" presName="bgRect" presStyleLbl="bgShp" presStyleIdx="2" presStyleCnt="6"/>
      <dgm:spPr/>
    </dgm:pt>
    <dgm:pt modelId="{623F3178-4C3D-47B9-B693-C471BB9843DC}" type="pres">
      <dgm:prSet presAssocID="{5739067F-A2FA-4C67-B28E-B4676DF19225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arzędzia"/>
        </a:ext>
      </dgm:extLst>
    </dgm:pt>
    <dgm:pt modelId="{BBF8BF97-8303-4DE7-A1EC-A1FEC2B51BC8}" type="pres">
      <dgm:prSet presAssocID="{5739067F-A2FA-4C67-B28E-B4676DF19225}" presName="spaceRect" presStyleCnt="0"/>
      <dgm:spPr/>
    </dgm:pt>
    <dgm:pt modelId="{750C64F0-F57E-4DF2-9295-25D20D7D5062}" type="pres">
      <dgm:prSet presAssocID="{5739067F-A2FA-4C67-B28E-B4676DF19225}" presName="parTx" presStyleLbl="revTx" presStyleIdx="2" presStyleCnt="6">
        <dgm:presLayoutVars>
          <dgm:chMax val="0"/>
          <dgm:chPref val="0"/>
        </dgm:presLayoutVars>
      </dgm:prSet>
      <dgm:spPr/>
    </dgm:pt>
    <dgm:pt modelId="{9FB5E649-0974-4110-A4DE-91A8C2CDD3BA}" type="pres">
      <dgm:prSet presAssocID="{D27AD0A8-9711-4929-BE14-D36ADAED3E02}" presName="sibTrans" presStyleCnt="0"/>
      <dgm:spPr/>
    </dgm:pt>
    <dgm:pt modelId="{2E998EEA-38C3-4C79-8745-4884C55DE1D9}" type="pres">
      <dgm:prSet presAssocID="{6A314DDA-3F7D-4E45-BA4D-A167FE28A093}" presName="compNode" presStyleCnt="0"/>
      <dgm:spPr/>
    </dgm:pt>
    <dgm:pt modelId="{3350665C-50BF-489B-87CE-AF87EA428FF5}" type="pres">
      <dgm:prSet presAssocID="{6A314DDA-3F7D-4E45-BA4D-A167FE28A093}" presName="bgRect" presStyleLbl="bgShp" presStyleIdx="3" presStyleCnt="6"/>
      <dgm:spPr/>
    </dgm:pt>
    <dgm:pt modelId="{251A9467-295E-4FAB-BFB2-902F49B3932E}" type="pres">
      <dgm:prSet presAssocID="{6A314DDA-3F7D-4E45-BA4D-A167FE28A093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ACE50307-1655-401B-9765-12EF0C10717B}" type="pres">
      <dgm:prSet presAssocID="{6A314DDA-3F7D-4E45-BA4D-A167FE28A093}" presName="spaceRect" presStyleCnt="0"/>
      <dgm:spPr/>
    </dgm:pt>
    <dgm:pt modelId="{E48FDED0-3832-457E-90EB-A6BE8F895D9F}" type="pres">
      <dgm:prSet presAssocID="{6A314DDA-3F7D-4E45-BA4D-A167FE28A093}" presName="parTx" presStyleLbl="revTx" presStyleIdx="3" presStyleCnt="6">
        <dgm:presLayoutVars>
          <dgm:chMax val="0"/>
          <dgm:chPref val="0"/>
        </dgm:presLayoutVars>
      </dgm:prSet>
      <dgm:spPr/>
    </dgm:pt>
    <dgm:pt modelId="{7EB9A8C0-1A32-4D82-B4A1-8E7F5A88B990}" type="pres">
      <dgm:prSet presAssocID="{CB41F65B-6D3A-4F07-86F5-A58F14628F3E}" presName="sibTrans" presStyleCnt="0"/>
      <dgm:spPr/>
    </dgm:pt>
    <dgm:pt modelId="{E4CC0180-AB8A-40EB-BD2F-9EBAA3E827AA}" type="pres">
      <dgm:prSet presAssocID="{CA406EEF-A55D-4C72-B2B2-D1ECA34F2C58}" presName="compNode" presStyleCnt="0"/>
      <dgm:spPr/>
    </dgm:pt>
    <dgm:pt modelId="{B436B75E-EFCF-4E43-BF53-77125588AF20}" type="pres">
      <dgm:prSet presAssocID="{CA406EEF-A55D-4C72-B2B2-D1ECA34F2C58}" presName="bgRect" presStyleLbl="bgShp" presStyleIdx="4" presStyleCnt="6"/>
      <dgm:spPr/>
    </dgm:pt>
    <dgm:pt modelId="{27113E96-9261-4FC4-A64E-AB471BD3F5F9}" type="pres">
      <dgm:prSet presAssocID="{CA406EEF-A55D-4C72-B2B2-D1ECA34F2C58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1FEFB0EC-DF5F-42A3-87BF-A56402BE2A23}" type="pres">
      <dgm:prSet presAssocID="{CA406EEF-A55D-4C72-B2B2-D1ECA34F2C58}" presName="spaceRect" presStyleCnt="0"/>
      <dgm:spPr/>
    </dgm:pt>
    <dgm:pt modelId="{82B8BDE2-CA6C-4D30-97FA-1D6C9F668CCE}" type="pres">
      <dgm:prSet presAssocID="{CA406EEF-A55D-4C72-B2B2-D1ECA34F2C58}" presName="parTx" presStyleLbl="revTx" presStyleIdx="4" presStyleCnt="6">
        <dgm:presLayoutVars>
          <dgm:chMax val="0"/>
          <dgm:chPref val="0"/>
        </dgm:presLayoutVars>
      </dgm:prSet>
      <dgm:spPr/>
    </dgm:pt>
    <dgm:pt modelId="{AEFDED17-ECB4-44CD-8C9F-9CAAA6A78A0A}" type="pres">
      <dgm:prSet presAssocID="{F904EF60-5A60-44BB-A91A-DD7B24966A4E}" presName="sibTrans" presStyleCnt="0"/>
      <dgm:spPr/>
    </dgm:pt>
    <dgm:pt modelId="{C181C2A9-CF54-489C-AA71-C69E8F0DAF9A}" type="pres">
      <dgm:prSet presAssocID="{5DF40B57-01B7-482F-B6CD-4F7B63207338}" presName="compNode" presStyleCnt="0"/>
      <dgm:spPr/>
    </dgm:pt>
    <dgm:pt modelId="{F2004AF5-50FB-4E8A-BE0C-BA7FBC7B9E89}" type="pres">
      <dgm:prSet presAssocID="{5DF40B57-01B7-482F-B6CD-4F7B63207338}" presName="bgRect" presStyleLbl="bgShp" presStyleIdx="5" presStyleCnt="6"/>
      <dgm:spPr/>
    </dgm:pt>
    <dgm:pt modelId="{55FFF6E1-07C4-44AA-9AFF-39D87DACB44F}" type="pres">
      <dgm:prSet presAssocID="{5DF40B57-01B7-482F-B6CD-4F7B63207338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zat"/>
        </a:ext>
      </dgm:extLst>
    </dgm:pt>
    <dgm:pt modelId="{145566BA-B092-4E60-8439-BA2977B19FE4}" type="pres">
      <dgm:prSet presAssocID="{5DF40B57-01B7-482F-B6CD-4F7B63207338}" presName="spaceRect" presStyleCnt="0"/>
      <dgm:spPr/>
    </dgm:pt>
    <dgm:pt modelId="{4397A9B3-C712-4D43-AF13-02FF953DA269}" type="pres">
      <dgm:prSet presAssocID="{5DF40B57-01B7-482F-B6CD-4F7B63207338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36ADA104-95F8-4B9F-9C09-CDDCB06AE30D}" srcId="{94BD982C-B36F-4D26-9AD0-F01C17A27A2A}" destId="{03E6ECF5-52F7-4EAE-826C-CC49D9C60AAE}" srcOrd="0" destOrd="0" parTransId="{4D9D8567-E1C9-40CE-B5C3-454C60D106EE}" sibTransId="{11CBAB24-B21E-4EDB-AC8F-A82388E3AD33}"/>
    <dgm:cxn modelId="{87DB1C36-2233-48E8-B818-CC602574F69A}" srcId="{94BD982C-B36F-4D26-9AD0-F01C17A27A2A}" destId="{A857F800-A660-46FB-8D34-03EEA08FBA15}" srcOrd="1" destOrd="0" parTransId="{58D77E0A-D335-4EDB-86A4-04EC2A513A39}" sibTransId="{A37D0A57-34C9-44DD-BB5B-6F8E0142AF88}"/>
    <dgm:cxn modelId="{8A01BF5B-2451-4165-8F1C-BBEF120E882A}" srcId="{94BD982C-B36F-4D26-9AD0-F01C17A27A2A}" destId="{CA406EEF-A55D-4C72-B2B2-D1ECA34F2C58}" srcOrd="4" destOrd="0" parTransId="{46576EBF-6C58-45B8-893E-39F1B49D5FEB}" sibTransId="{F904EF60-5A60-44BB-A91A-DD7B24966A4E}"/>
    <dgm:cxn modelId="{44BC8B5F-7641-484E-BFFD-37D59666456A}" type="presOf" srcId="{5DF40B57-01B7-482F-B6CD-4F7B63207338}" destId="{4397A9B3-C712-4D43-AF13-02FF953DA269}" srcOrd="0" destOrd="0" presId="urn:microsoft.com/office/officeart/2018/2/layout/IconVerticalSolidList"/>
    <dgm:cxn modelId="{21C99A61-7A1F-4710-92C1-481D306E10A9}" srcId="{94BD982C-B36F-4D26-9AD0-F01C17A27A2A}" destId="{5739067F-A2FA-4C67-B28E-B4676DF19225}" srcOrd="2" destOrd="0" parTransId="{476CEB04-21E5-4FEA-9FB8-073FB469569B}" sibTransId="{D27AD0A8-9711-4929-BE14-D36ADAED3E02}"/>
    <dgm:cxn modelId="{79B79175-7BBF-417C-AB4E-AD7ECF2B759F}" type="presOf" srcId="{94BD982C-B36F-4D26-9AD0-F01C17A27A2A}" destId="{1BBC41F5-B45D-4741-B6DC-EB229435B952}" srcOrd="0" destOrd="0" presId="urn:microsoft.com/office/officeart/2018/2/layout/IconVerticalSolidList"/>
    <dgm:cxn modelId="{47D3FC85-124E-4A2F-A67F-9D4FFB3F6032}" type="presOf" srcId="{5739067F-A2FA-4C67-B28E-B4676DF19225}" destId="{750C64F0-F57E-4DF2-9295-25D20D7D5062}" srcOrd="0" destOrd="0" presId="urn:microsoft.com/office/officeart/2018/2/layout/IconVerticalSolidList"/>
    <dgm:cxn modelId="{7D5A0288-F620-4F68-A3E0-8E6AC0E6295B}" type="presOf" srcId="{03E6ECF5-52F7-4EAE-826C-CC49D9C60AAE}" destId="{AE808487-7F17-4E20-8190-10F4A7DEC44C}" srcOrd="0" destOrd="0" presId="urn:microsoft.com/office/officeart/2018/2/layout/IconVerticalSolidList"/>
    <dgm:cxn modelId="{A5F141A5-4DE1-4D47-9943-F6293FF0C7D8}" type="presOf" srcId="{6A314DDA-3F7D-4E45-BA4D-A167FE28A093}" destId="{E48FDED0-3832-457E-90EB-A6BE8F895D9F}" srcOrd="0" destOrd="0" presId="urn:microsoft.com/office/officeart/2018/2/layout/IconVerticalSolidList"/>
    <dgm:cxn modelId="{A4F66DB3-C862-4DDC-BDEB-E566BC7935F6}" srcId="{94BD982C-B36F-4D26-9AD0-F01C17A27A2A}" destId="{5DF40B57-01B7-482F-B6CD-4F7B63207338}" srcOrd="5" destOrd="0" parTransId="{2C0089B5-8EEB-4816-88F6-B0AFB3688A20}" sibTransId="{D8AD56AD-1CB3-46F2-A715-C3C27E2D2E71}"/>
    <dgm:cxn modelId="{CF3E74CC-90F7-43FB-BEE7-BBB1349EA725}" type="presOf" srcId="{CA406EEF-A55D-4C72-B2B2-D1ECA34F2C58}" destId="{82B8BDE2-CA6C-4D30-97FA-1D6C9F668CCE}" srcOrd="0" destOrd="0" presId="urn:microsoft.com/office/officeart/2018/2/layout/IconVerticalSolidList"/>
    <dgm:cxn modelId="{AAF0A3DB-C994-4991-AD95-41DA52D4D172}" type="presOf" srcId="{A857F800-A660-46FB-8D34-03EEA08FBA15}" destId="{E6841CCE-CE7B-4EF1-A82E-98C212631CE6}" srcOrd="0" destOrd="0" presId="urn:microsoft.com/office/officeart/2018/2/layout/IconVerticalSolidList"/>
    <dgm:cxn modelId="{29E5D7F2-7DD4-40AC-A7DA-562276EA04B8}" srcId="{94BD982C-B36F-4D26-9AD0-F01C17A27A2A}" destId="{6A314DDA-3F7D-4E45-BA4D-A167FE28A093}" srcOrd="3" destOrd="0" parTransId="{F219BCB5-EDA2-4973-9E8E-455444D16C42}" sibTransId="{CB41F65B-6D3A-4F07-86F5-A58F14628F3E}"/>
    <dgm:cxn modelId="{AAB4AD1E-716D-4619-8A6B-0FC1ED294C79}" type="presParOf" srcId="{1BBC41F5-B45D-4741-B6DC-EB229435B952}" destId="{FA2B28C9-C82C-4916-9E71-393160EBFCFE}" srcOrd="0" destOrd="0" presId="urn:microsoft.com/office/officeart/2018/2/layout/IconVerticalSolidList"/>
    <dgm:cxn modelId="{A3DA02FE-2F24-4E73-B8E5-8434FFAC8A4D}" type="presParOf" srcId="{FA2B28C9-C82C-4916-9E71-393160EBFCFE}" destId="{B799FFD9-CF73-4BA3-98A5-D019497572F9}" srcOrd="0" destOrd="0" presId="urn:microsoft.com/office/officeart/2018/2/layout/IconVerticalSolidList"/>
    <dgm:cxn modelId="{C5167F37-4C9B-441A-88D4-2F515B669F6F}" type="presParOf" srcId="{FA2B28C9-C82C-4916-9E71-393160EBFCFE}" destId="{14190058-BC4E-4214-A86C-5F45FAAE495B}" srcOrd="1" destOrd="0" presId="urn:microsoft.com/office/officeart/2018/2/layout/IconVerticalSolidList"/>
    <dgm:cxn modelId="{73205862-43CF-4BC1-92C2-BC7FDA2287AA}" type="presParOf" srcId="{FA2B28C9-C82C-4916-9E71-393160EBFCFE}" destId="{FFD497FE-29B1-4116-89D9-FB1E58017FAE}" srcOrd="2" destOrd="0" presId="urn:microsoft.com/office/officeart/2018/2/layout/IconVerticalSolidList"/>
    <dgm:cxn modelId="{A7CE06A2-4D6D-4956-A1F0-1D32DEEF9ACE}" type="presParOf" srcId="{FA2B28C9-C82C-4916-9E71-393160EBFCFE}" destId="{AE808487-7F17-4E20-8190-10F4A7DEC44C}" srcOrd="3" destOrd="0" presId="urn:microsoft.com/office/officeart/2018/2/layout/IconVerticalSolidList"/>
    <dgm:cxn modelId="{B1BC373A-5AD0-47C3-82E3-7EE7955B3A21}" type="presParOf" srcId="{1BBC41F5-B45D-4741-B6DC-EB229435B952}" destId="{23C2082F-8B74-4F83-9FDC-F27C61D04684}" srcOrd="1" destOrd="0" presId="urn:microsoft.com/office/officeart/2018/2/layout/IconVerticalSolidList"/>
    <dgm:cxn modelId="{5D8E8814-EFD5-4C16-A4FB-BFBAC21DEC5E}" type="presParOf" srcId="{1BBC41F5-B45D-4741-B6DC-EB229435B952}" destId="{6DEEB483-E302-4722-B8BB-C0A7E6BCCADB}" srcOrd="2" destOrd="0" presId="urn:microsoft.com/office/officeart/2018/2/layout/IconVerticalSolidList"/>
    <dgm:cxn modelId="{DF4D8D98-0203-4A57-9CC4-F76DF3F80E8A}" type="presParOf" srcId="{6DEEB483-E302-4722-B8BB-C0A7E6BCCADB}" destId="{1E509474-3BE0-43C4-A331-C9F8C28A555C}" srcOrd="0" destOrd="0" presId="urn:microsoft.com/office/officeart/2018/2/layout/IconVerticalSolidList"/>
    <dgm:cxn modelId="{62E4CA55-90EC-4BB8-903A-2900F4C1771A}" type="presParOf" srcId="{6DEEB483-E302-4722-B8BB-C0A7E6BCCADB}" destId="{04655EA4-E305-4006-835F-87ABEB878626}" srcOrd="1" destOrd="0" presId="urn:microsoft.com/office/officeart/2018/2/layout/IconVerticalSolidList"/>
    <dgm:cxn modelId="{76228B12-53F3-4610-8A44-B89EC6EBD15C}" type="presParOf" srcId="{6DEEB483-E302-4722-B8BB-C0A7E6BCCADB}" destId="{4D8E8C9F-2C01-474A-9BC2-590381CBB60E}" srcOrd="2" destOrd="0" presId="urn:microsoft.com/office/officeart/2018/2/layout/IconVerticalSolidList"/>
    <dgm:cxn modelId="{8BF9C9FF-CE6C-4F91-A116-B5147A936176}" type="presParOf" srcId="{6DEEB483-E302-4722-B8BB-C0A7E6BCCADB}" destId="{E6841CCE-CE7B-4EF1-A82E-98C212631CE6}" srcOrd="3" destOrd="0" presId="urn:microsoft.com/office/officeart/2018/2/layout/IconVerticalSolidList"/>
    <dgm:cxn modelId="{3A608305-01DF-4608-845B-467303B3367C}" type="presParOf" srcId="{1BBC41F5-B45D-4741-B6DC-EB229435B952}" destId="{07B65665-16D6-4BEC-AACF-04651296EC25}" srcOrd="3" destOrd="0" presId="urn:microsoft.com/office/officeart/2018/2/layout/IconVerticalSolidList"/>
    <dgm:cxn modelId="{962FF5DB-C1BC-4A87-89D1-5AD07A8B0A4B}" type="presParOf" srcId="{1BBC41F5-B45D-4741-B6DC-EB229435B952}" destId="{C97961E1-45DD-49DC-A67B-AABA3CE5DA02}" srcOrd="4" destOrd="0" presId="urn:microsoft.com/office/officeart/2018/2/layout/IconVerticalSolidList"/>
    <dgm:cxn modelId="{5D060B6E-F0F8-4A87-8ED9-6E095D23905D}" type="presParOf" srcId="{C97961E1-45DD-49DC-A67B-AABA3CE5DA02}" destId="{9BC27A09-34D1-485A-93CF-298DA777F969}" srcOrd="0" destOrd="0" presId="urn:microsoft.com/office/officeart/2018/2/layout/IconVerticalSolidList"/>
    <dgm:cxn modelId="{09C2B396-2DA3-4FF0-AE98-B1BFF4D09E98}" type="presParOf" srcId="{C97961E1-45DD-49DC-A67B-AABA3CE5DA02}" destId="{623F3178-4C3D-47B9-B693-C471BB9843DC}" srcOrd="1" destOrd="0" presId="urn:microsoft.com/office/officeart/2018/2/layout/IconVerticalSolidList"/>
    <dgm:cxn modelId="{74A6D54C-83DC-4C96-9E7C-5B46ED7BDA99}" type="presParOf" srcId="{C97961E1-45DD-49DC-A67B-AABA3CE5DA02}" destId="{BBF8BF97-8303-4DE7-A1EC-A1FEC2B51BC8}" srcOrd="2" destOrd="0" presId="urn:microsoft.com/office/officeart/2018/2/layout/IconVerticalSolidList"/>
    <dgm:cxn modelId="{98FF5805-8EE4-416B-9DFD-6A753B8FCECE}" type="presParOf" srcId="{C97961E1-45DD-49DC-A67B-AABA3CE5DA02}" destId="{750C64F0-F57E-4DF2-9295-25D20D7D5062}" srcOrd="3" destOrd="0" presId="urn:microsoft.com/office/officeart/2018/2/layout/IconVerticalSolidList"/>
    <dgm:cxn modelId="{B2CDC8B6-7866-482F-B553-3DD2C81ECA41}" type="presParOf" srcId="{1BBC41F5-B45D-4741-B6DC-EB229435B952}" destId="{9FB5E649-0974-4110-A4DE-91A8C2CDD3BA}" srcOrd="5" destOrd="0" presId="urn:microsoft.com/office/officeart/2018/2/layout/IconVerticalSolidList"/>
    <dgm:cxn modelId="{1403F9C8-F8D7-4717-A117-D463E7DB4BDB}" type="presParOf" srcId="{1BBC41F5-B45D-4741-B6DC-EB229435B952}" destId="{2E998EEA-38C3-4C79-8745-4884C55DE1D9}" srcOrd="6" destOrd="0" presId="urn:microsoft.com/office/officeart/2018/2/layout/IconVerticalSolidList"/>
    <dgm:cxn modelId="{261E1707-CC06-4148-A3E6-4281441F8F5B}" type="presParOf" srcId="{2E998EEA-38C3-4C79-8745-4884C55DE1D9}" destId="{3350665C-50BF-489B-87CE-AF87EA428FF5}" srcOrd="0" destOrd="0" presId="urn:microsoft.com/office/officeart/2018/2/layout/IconVerticalSolidList"/>
    <dgm:cxn modelId="{179204D6-4C99-421C-8C47-620F1737A0E4}" type="presParOf" srcId="{2E998EEA-38C3-4C79-8745-4884C55DE1D9}" destId="{251A9467-295E-4FAB-BFB2-902F49B3932E}" srcOrd="1" destOrd="0" presId="urn:microsoft.com/office/officeart/2018/2/layout/IconVerticalSolidList"/>
    <dgm:cxn modelId="{04CA19E3-8711-43B0-84E9-870B480F9B0D}" type="presParOf" srcId="{2E998EEA-38C3-4C79-8745-4884C55DE1D9}" destId="{ACE50307-1655-401B-9765-12EF0C10717B}" srcOrd="2" destOrd="0" presId="urn:microsoft.com/office/officeart/2018/2/layout/IconVerticalSolidList"/>
    <dgm:cxn modelId="{20373E74-5B57-4F60-A8E4-7056E9CB6A4B}" type="presParOf" srcId="{2E998EEA-38C3-4C79-8745-4884C55DE1D9}" destId="{E48FDED0-3832-457E-90EB-A6BE8F895D9F}" srcOrd="3" destOrd="0" presId="urn:microsoft.com/office/officeart/2018/2/layout/IconVerticalSolidList"/>
    <dgm:cxn modelId="{E08417B8-0A2A-433E-B21E-A9ED44AC97E4}" type="presParOf" srcId="{1BBC41F5-B45D-4741-B6DC-EB229435B952}" destId="{7EB9A8C0-1A32-4D82-B4A1-8E7F5A88B990}" srcOrd="7" destOrd="0" presId="urn:microsoft.com/office/officeart/2018/2/layout/IconVerticalSolidList"/>
    <dgm:cxn modelId="{92ED44C4-39C9-4FFB-BCE8-D77D1F902A20}" type="presParOf" srcId="{1BBC41F5-B45D-4741-B6DC-EB229435B952}" destId="{E4CC0180-AB8A-40EB-BD2F-9EBAA3E827AA}" srcOrd="8" destOrd="0" presId="urn:microsoft.com/office/officeart/2018/2/layout/IconVerticalSolidList"/>
    <dgm:cxn modelId="{B7DA48E4-A3C3-4E1B-971E-6B6CE007AAFE}" type="presParOf" srcId="{E4CC0180-AB8A-40EB-BD2F-9EBAA3E827AA}" destId="{B436B75E-EFCF-4E43-BF53-77125588AF20}" srcOrd="0" destOrd="0" presId="urn:microsoft.com/office/officeart/2018/2/layout/IconVerticalSolidList"/>
    <dgm:cxn modelId="{BA3A1573-0DB8-4E93-91C3-D99423FE499A}" type="presParOf" srcId="{E4CC0180-AB8A-40EB-BD2F-9EBAA3E827AA}" destId="{27113E96-9261-4FC4-A64E-AB471BD3F5F9}" srcOrd="1" destOrd="0" presId="urn:microsoft.com/office/officeart/2018/2/layout/IconVerticalSolidList"/>
    <dgm:cxn modelId="{8DBD97B4-D787-40EC-A7DF-CDA5D206FC6E}" type="presParOf" srcId="{E4CC0180-AB8A-40EB-BD2F-9EBAA3E827AA}" destId="{1FEFB0EC-DF5F-42A3-87BF-A56402BE2A23}" srcOrd="2" destOrd="0" presId="urn:microsoft.com/office/officeart/2018/2/layout/IconVerticalSolidList"/>
    <dgm:cxn modelId="{052EA0DB-1F6F-47B7-BE01-AE7846462BEB}" type="presParOf" srcId="{E4CC0180-AB8A-40EB-BD2F-9EBAA3E827AA}" destId="{82B8BDE2-CA6C-4D30-97FA-1D6C9F668CCE}" srcOrd="3" destOrd="0" presId="urn:microsoft.com/office/officeart/2018/2/layout/IconVerticalSolidList"/>
    <dgm:cxn modelId="{7FD2961D-5C3C-41F4-874E-20E348608EFB}" type="presParOf" srcId="{1BBC41F5-B45D-4741-B6DC-EB229435B952}" destId="{AEFDED17-ECB4-44CD-8C9F-9CAAA6A78A0A}" srcOrd="9" destOrd="0" presId="urn:microsoft.com/office/officeart/2018/2/layout/IconVerticalSolidList"/>
    <dgm:cxn modelId="{A97E8CA9-B217-4266-8774-D56190DD64D5}" type="presParOf" srcId="{1BBC41F5-B45D-4741-B6DC-EB229435B952}" destId="{C181C2A9-CF54-489C-AA71-C69E8F0DAF9A}" srcOrd="10" destOrd="0" presId="urn:microsoft.com/office/officeart/2018/2/layout/IconVerticalSolidList"/>
    <dgm:cxn modelId="{25AD88C5-979F-4A5E-A438-FA550DF981CB}" type="presParOf" srcId="{C181C2A9-CF54-489C-AA71-C69E8F0DAF9A}" destId="{F2004AF5-50FB-4E8A-BE0C-BA7FBC7B9E89}" srcOrd="0" destOrd="0" presId="urn:microsoft.com/office/officeart/2018/2/layout/IconVerticalSolidList"/>
    <dgm:cxn modelId="{C16E9197-96A9-4375-B4D1-B1C497F2E212}" type="presParOf" srcId="{C181C2A9-CF54-489C-AA71-C69E8F0DAF9A}" destId="{55FFF6E1-07C4-44AA-9AFF-39D87DACB44F}" srcOrd="1" destOrd="0" presId="urn:microsoft.com/office/officeart/2018/2/layout/IconVerticalSolidList"/>
    <dgm:cxn modelId="{E62D515C-1CC0-476D-A208-439639368325}" type="presParOf" srcId="{C181C2A9-CF54-489C-AA71-C69E8F0DAF9A}" destId="{145566BA-B092-4E60-8439-BA2977B19FE4}" srcOrd="2" destOrd="0" presId="urn:microsoft.com/office/officeart/2018/2/layout/IconVerticalSolidList"/>
    <dgm:cxn modelId="{7AF16DC2-C23D-4975-A502-4F3EB4F8D370}" type="presParOf" srcId="{C181C2A9-CF54-489C-AA71-C69E8F0DAF9A}" destId="{4397A9B3-C712-4D43-AF13-02FF953DA26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99FFD9-CF73-4BA3-98A5-D019497572F9}">
      <dsp:nvSpPr>
        <dsp:cNvPr id="0" name=""/>
        <dsp:cNvSpPr/>
      </dsp:nvSpPr>
      <dsp:spPr>
        <a:xfrm>
          <a:off x="0" y="1783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190058-BC4E-4214-A86C-5F45FAAE495B}">
      <dsp:nvSpPr>
        <dsp:cNvPr id="0" name=""/>
        <dsp:cNvSpPr/>
      </dsp:nvSpPr>
      <dsp:spPr>
        <a:xfrm>
          <a:off x="229911" y="172791"/>
          <a:ext cx="418020" cy="4180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808487-7F17-4E20-8190-10F4A7DEC44C}">
      <dsp:nvSpPr>
        <dsp:cNvPr id="0" name=""/>
        <dsp:cNvSpPr/>
      </dsp:nvSpPr>
      <dsp:spPr>
        <a:xfrm>
          <a:off x="877842" y="1783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/>
            <a:t>Cel projektu</a:t>
          </a:r>
          <a:endParaRPr lang="en-US" sz="1900" kern="1200"/>
        </a:p>
      </dsp:txBody>
      <dsp:txXfrm>
        <a:off x="877842" y="1783"/>
        <a:ext cx="5486381" cy="760036"/>
      </dsp:txXfrm>
    </dsp:sp>
    <dsp:sp modelId="{1E509474-3BE0-43C4-A331-C9F8C28A555C}">
      <dsp:nvSpPr>
        <dsp:cNvPr id="0" name=""/>
        <dsp:cNvSpPr/>
      </dsp:nvSpPr>
      <dsp:spPr>
        <a:xfrm>
          <a:off x="0" y="951829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655EA4-E305-4006-835F-87ABEB878626}">
      <dsp:nvSpPr>
        <dsp:cNvPr id="0" name=""/>
        <dsp:cNvSpPr/>
      </dsp:nvSpPr>
      <dsp:spPr>
        <a:xfrm>
          <a:off x="229911" y="1122837"/>
          <a:ext cx="418020" cy="4180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841CCE-CE7B-4EF1-A82E-98C212631CE6}">
      <dsp:nvSpPr>
        <dsp:cNvPr id="0" name=""/>
        <dsp:cNvSpPr/>
      </dsp:nvSpPr>
      <dsp:spPr>
        <a:xfrm>
          <a:off x="877842" y="951829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/>
            <a:t>Technologie</a:t>
          </a:r>
          <a:endParaRPr lang="en-US" sz="1900" kern="1200"/>
        </a:p>
      </dsp:txBody>
      <dsp:txXfrm>
        <a:off x="877842" y="951829"/>
        <a:ext cx="5486381" cy="760036"/>
      </dsp:txXfrm>
    </dsp:sp>
    <dsp:sp modelId="{9BC27A09-34D1-485A-93CF-298DA777F969}">
      <dsp:nvSpPr>
        <dsp:cNvPr id="0" name=""/>
        <dsp:cNvSpPr/>
      </dsp:nvSpPr>
      <dsp:spPr>
        <a:xfrm>
          <a:off x="0" y="1901874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3F3178-4C3D-47B9-B693-C471BB9843DC}">
      <dsp:nvSpPr>
        <dsp:cNvPr id="0" name=""/>
        <dsp:cNvSpPr/>
      </dsp:nvSpPr>
      <dsp:spPr>
        <a:xfrm>
          <a:off x="229911" y="2072883"/>
          <a:ext cx="418020" cy="4180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0C64F0-F57E-4DF2-9295-25D20D7D5062}">
      <dsp:nvSpPr>
        <dsp:cNvPr id="0" name=""/>
        <dsp:cNvSpPr/>
      </dsp:nvSpPr>
      <dsp:spPr>
        <a:xfrm>
          <a:off x="877842" y="1901874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/>
            <a:t>Opis narzędzia</a:t>
          </a:r>
          <a:endParaRPr lang="en-US" sz="1900" kern="1200"/>
        </a:p>
      </dsp:txBody>
      <dsp:txXfrm>
        <a:off x="877842" y="1901874"/>
        <a:ext cx="5486381" cy="760036"/>
      </dsp:txXfrm>
    </dsp:sp>
    <dsp:sp modelId="{3350665C-50BF-489B-87CE-AF87EA428FF5}">
      <dsp:nvSpPr>
        <dsp:cNvPr id="0" name=""/>
        <dsp:cNvSpPr/>
      </dsp:nvSpPr>
      <dsp:spPr>
        <a:xfrm>
          <a:off x="0" y="2851920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1A9467-295E-4FAB-BFB2-902F49B3932E}">
      <dsp:nvSpPr>
        <dsp:cNvPr id="0" name=""/>
        <dsp:cNvSpPr/>
      </dsp:nvSpPr>
      <dsp:spPr>
        <a:xfrm>
          <a:off x="229911" y="3022928"/>
          <a:ext cx="418020" cy="4180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8FDED0-3832-457E-90EB-A6BE8F895D9F}">
      <dsp:nvSpPr>
        <dsp:cNvPr id="0" name=""/>
        <dsp:cNvSpPr/>
      </dsp:nvSpPr>
      <dsp:spPr>
        <a:xfrm>
          <a:off x="877842" y="2851920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/>
            <a:t>Rodzaje ataków </a:t>
          </a:r>
          <a:endParaRPr lang="en-US" sz="1900" kern="1200"/>
        </a:p>
      </dsp:txBody>
      <dsp:txXfrm>
        <a:off x="877842" y="2851920"/>
        <a:ext cx="5486381" cy="760036"/>
      </dsp:txXfrm>
    </dsp:sp>
    <dsp:sp modelId="{B436B75E-EFCF-4E43-BF53-77125588AF20}">
      <dsp:nvSpPr>
        <dsp:cNvPr id="0" name=""/>
        <dsp:cNvSpPr/>
      </dsp:nvSpPr>
      <dsp:spPr>
        <a:xfrm>
          <a:off x="0" y="3801966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113E96-9261-4FC4-A64E-AB471BD3F5F9}">
      <dsp:nvSpPr>
        <dsp:cNvPr id="0" name=""/>
        <dsp:cNvSpPr/>
      </dsp:nvSpPr>
      <dsp:spPr>
        <a:xfrm>
          <a:off x="229911" y="3972974"/>
          <a:ext cx="418020" cy="41802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B8BDE2-CA6C-4D30-97FA-1D6C9F668CCE}">
      <dsp:nvSpPr>
        <dsp:cNvPr id="0" name=""/>
        <dsp:cNvSpPr/>
      </dsp:nvSpPr>
      <dsp:spPr>
        <a:xfrm>
          <a:off x="877842" y="3801966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 dirty="0"/>
            <a:t>Opis naszej aplikacji</a:t>
          </a:r>
          <a:endParaRPr lang="en-US" sz="1900" kern="1200" dirty="0"/>
        </a:p>
      </dsp:txBody>
      <dsp:txXfrm>
        <a:off x="877842" y="3801966"/>
        <a:ext cx="5486381" cy="760036"/>
      </dsp:txXfrm>
    </dsp:sp>
    <dsp:sp modelId="{F2004AF5-50FB-4E8A-BE0C-BA7FBC7B9E89}">
      <dsp:nvSpPr>
        <dsp:cNvPr id="0" name=""/>
        <dsp:cNvSpPr/>
      </dsp:nvSpPr>
      <dsp:spPr>
        <a:xfrm>
          <a:off x="0" y="4752011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FFF6E1-07C4-44AA-9AFF-39D87DACB44F}">
      <dsp:nvSpPr>
        <dsp:cNvPr id="0" name=""/>
        <dsp:cNvSpPr/>
      </dsp:nvSpPr>
      <dsp:spPr>
        <a:xfrm>
          <a:off x="229911" y="4923020"/>
          <a:ext cx="418020" cy="41802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97A9B3-C712-4D43-AF13-02FF953DA269}">
      <dsp:nvSpPr>
        <dsp:cNvPr id="0" name=""/>
        <dsp:cNvSpPr/>
      </dsp:nvSpPr>
      <dsp:spPr>
        <a:xfrm>
          <a:off x="877842" y="4752011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/>
            <a:t>Omówienie zadań praktycznych</a:t>
          </a:r>
          <a:endParaRPr lang="en-US" sz="1900" kern="1200"/>
        </a:p>
      </dsp:txBody>
      <dsp:txXfrm>
        <a:off x="877842" y="4752011"/>
        <a:ext cx="5486381" cy="7600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8587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409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500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570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031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025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828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029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623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84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973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862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04" r:id="rId6"/>
    <p:sldLayoutId id="2147483800" r:id="rId7"/>
    <p:sldLayoutId id="2147483801" r:id="rId8"/>
    <p:sldLayoutId id="2147483802" r:id="rId9"/>
    <p:sldLayoutId id="2147483803" r:id="rId10"/>
    <p:sldLayoutId id="214748380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kalilinuxtutorials.com/social-engineering-toolkit-tutorial/" TargetMode="External"/><Relationship Id="rId2" Type="http://schemas.openxmlformats.org/officeDocument/2006/relationships/hyperlink" Target="https://www.kali.org/tools/set/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hyperlink" Target="https://www.virustotal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bstrakcyjne tło z trójkątami">
            <a:extLst>
              <a:ext uri="{FF2B5EF4-FFF2-40B4-BE49-F238E27FC236}">
                <a16:creationId xmlns:a16="http://schemas.microsoft.com/office/drawing/2014/main" id="{7B82608D-37CC-878A-E8B5-82BE447BBC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17" r="12310" b="-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6368F97-896D-52AF-83A2-155B8518C1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pl-PL" sz="4400">
                <a:solidFill>
                  <a:schemeClr val="bg1"/>
                </a:solidFill>
              </a:rPr>
              <a:t>Podejrzane pliki kontra serwis do przesyłania danych</a:t>
            </a:r>
            <a:endParaRPr lang="en-GB" sz="4400">
              <a:solidFill>
                <a:schemeClr val="bg1"/>
              </a:solidFill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89935EC-7EBA-5B1B-81F3-3906952CFB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r>
              <a:rPr lang="pl-PL" sz="2000">
                <a:solidFill>
                  <a:schemeClr val="bg1"/>
                </a:solidFill>
              </a:rPr>
              <a:t>Maciej Kochan, Stanisław Ptaszyński, Igor Walasek</a:t>
            </a:r>
            <a:endParaRPr lang="en-GB" sz="2000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0658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EF017D0-D9AF-DE32-E120-6100DC7D6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pl-PL" dirty="0"/>
              <a:t>Plan prezentacji</a:t>
            </a:r>
            <a:endParaRPr lang="en-GB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C6816588-FE92-C52E-3892-7EFC72FEFE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1204900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0704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C4127B9-EFE4-C30E-56B5-452C9D341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Cel projektu</a:t>
            </a:r>
            <a:endParaRPr lang="en-GB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4721030-BC4D-1928-0B65-8E0F104DB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/>
              <a:t>Celem naszego projektu jest pokazanie w jaki sposób serwisy do przesyłania danych mogą być używane do przeprowadzania ataków z użyciem podejrzanych plików oraz jak przeciwdziałać takim atakom.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6181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2189489-1E62-423D-717C-EE3E8D0C5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Technologie</a:t>
            </a:r>
            <a:endParaRPr lang="en-GB" dirty="0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6C798977-A33C-ADEF-010F-8B5603C88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err="1"/>
              <a:t>VirtualBox</a:t>
            </a:r>
            <a:endParaRPr lang="pl-PL" dirty="0"/>
          </a:p>
          <a:p>
            <a:r>
              <a:rPr lang="pl-PL" dirty="0" err="1"/>
              <a:t>Social</a:t>
            </a:r>
            <a:r>
              <a:rPr lang="pl-PL" dirty="0"/>
              <a:t> Engineering Toolkit</a:t>
            </a:r>
          </a:p>
          <a:p>
            <a:r>
              <a:rPr lang="pl-PL" dirty="0"/>
              <a:t>API: </a:t>
            </a:r>
            <a:r>
              <a:rPr lang="pl-PL" dirty="0" err="1"/>
              <a:t>VirusTotal</a:t>
            </a:r>
            <a:endParaRPr lang="pl-PL" dirty="0"/>
          </a:p>
          <a:p>
            <a:r>
              <a:rPr lang="pl-PL" dirty="0" err="1"/>
              <a:t>Python</a:t>
            </a:r>
            <a:endParaRPr lang="pl-PL" dirty="0"/>
          </a:p>
          <a:p>
            <a:r>
              <a:rPr lang="pl-PL" dirty="0"/>
              <a:t>Biblioteki i </a:t>
            </a:r>
            <a:r>
              <a:rPr lang="pl-PL" dirty="0" err="1"/>
              <a:t>frameworki</a:t>
            </a:r>
            <a:r>
              <a:rPr lang="pl-PL" dirty="0"/>
              <a:t>: </a:t>
            </a:r>
            <a:r>
              <a:rPr lang="pl-PL" dirty="0" err="1"/>
              <a:t>Flask</a:t>
            </a:r>
            <a:r>
              <a:rPr lang="pl-PL" dirty="0"/>
              <a:t>, </a:t>
            </a:r>
            <a:r>
              <a:rPr lang="pl-PL" dirty="0" err="1"/>
              <a:t>Werkzeug</a:t>
            </a:r>
            <a:r>
              <a:rPr lang="pl-PL" dirty="0"/>
              <a:t>, </a:t>
            </a:r>
            <a:r>
              <a:rPr lang="pl-PL" dirty="0" err="1"/>
              <a:t>hashlib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4298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853816C-ADA8-EE6E-0A0E-A91F53287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pl-PL"/>
              <a:t>VirtualBox</a:t>
            </a:r>
            <a:endParaRPr lang="en-GB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43842E7-51F4-935B-DB0B-BE3639D38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200"/>
              <a:t>VirtualBox to oprogramowanie służące do wirtualizacji. Pozwala ono na uruchamianie bezpiecznych i odizolowanych środowisk do eksperymentów i testowania wszelkich programów czy podatności. W naszym projekcie używamy VirtualBox, aby uruchomić KaliLinux i Windows 11. </a:t>
            </a:r>
            <a:endParaRPr lang="en-GB" sz="2200"/>
          </a:p>
        </p:txBody>
      </p:sp>
    </p:spTree>
    <p:extLst>
      <p:ext uri="{BB962C8B-B14F-4D97-AF65-F5344CB8AC3E}">
        <p14:creationId xmlns:p14="http://schemas.microsoft.com/office/powerpoint/2010/main" val="3552239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19367AF-3256-6C3C-2417-1C57458CA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Social</a:t>
            </a:r>
            <a:r>
              <a:rPr lang="pl-PL" dirty="0"/>
              <a:t> Engineering Toolkit</a:t>
            </a:r>
            <a:endParaRPr lang="en-GB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B5AD982-EFD2-FBB0-7BB7-1CD47D3A49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/>
              <a:t>Jest to wbudowane narzędzie w Kali Linux. Służy ono do przeprowadzania różnego rodzaju testów bezpieczeństwa, głównie przed atakami socjotechnicznymi.</a:t>
            </a:r>
            <a:endParaRPr lang="en-GB" dirty="0"/>
          </a:p>
        </p:txBody>
      </p:sp>
      <p:pic>
        <p:nvPicPr>
          <p:cNvPr id="6" name="Symbol zastępczy zawartości 5">
            <a:extLst>
              <a:ext uri="{FF2B5EF4-FFF2-40B4-BE49-F238E27FC236}">
                <a16:creationId xmlns:a16="http://schemas.microsoft.com/office/drawing/2014/main" id="{D87C271A-6CA7-0777-246F-55C8234AA92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57268" y="2033376"/>
            <a:ext cx="4626428" cy="4665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500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4CE5841-C184-4A70-A609-5FE4A5078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1F6C250-1983-596B-584C-CCB12C27F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1683169"/>
            <a:ext cx="4068849" cy="4148586"/>
          </a:xfrm>
        </p:spPr>
        <p:txBody>
          <a:bodyPr anchor="t">
            <a:normAutofit/>
          </a:bodyPr>
          <a:lstStyle/>
          <a:p>
            <a:r>
              <a:rPr lang="pl-PL" sz="3700"/>
              <a:t>Czym są ataki socjotechniczne?</a:t>
            </a:r>
            <a:endParaRPr lang="en-GB" sz="3700"/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1EE591A4-C979-47B5-2535-9F801FB46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2504" y="1683170"/>
            <a:ext cx="5818248" cy="41485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000" dirty="0"/>
              <a:t>Ataki socjotechniczne to rodzaje ataków, które polegają do manipulowania ludźmi, aby nakłonić ich do wykonania określonych działań, w naszym przypadku do otworzenia zainfekowanego pliku. Rodzaje ataków: </a:t>
            </a:r>
            <a:r>
              <a:rPr lang="pl-PL" sz="2000" dirty="0" err="1"/>
              <a:t>phishing</a:t>
            </a:r>
            <a:r>
              <a:rPr lang="pl-PL" sz="2000" dirty="0"/>
              <a:t>, </a:t>
            </a:r>
            <a:r>
              <a:rPr lang="pl-PL" sz="2000" dirty="0" err="1"/>
              <a:t>smishing</a:t>
            </a:r>
            <a:r>
              <a:rPr lang="pl-PL" sz="2000" dirty="0"/>
              <a:t>, </a:t>
            </a:r>
            <a:r>
              <a:rPr lang="pl-PL" sz="2000" dirty="0" err="1"/>
              <a:t>vishing</a:t>
            </a:r>
            <a:r>
              <a:rPr lang="pl-PL" sz="2000" dirty="0"/>
              <a:t>, </a:t>
            </a:r>
            <a:r>
              <a:rPr lang="pl-PL" sz="2000" dirty="0" err="1"/>
              <a:t>pretexting</a:t>
            </a:r>
            <a:r>
              <a:rPr lang="pl-PL" sz="2000" dirty="0"/>
              <a:t>, </a:t>
            </a:r>
            <a:r>
              <a:rPr lang="pl-PL" sz="2000" dirty="0" err="1"/>
              <a:t>baiting</a:t>
            </a:r>
            <a:r>
              <a:rPr lang="pl-PL" sz="2000" dirty="0"/>
              <a:t>, </a:t>
            </a:r>
            <a:r>
              <a:rPr lang="pl-PL" sz="2000" dirty="0" err="1"/>
              <a:t>tailgating</a:t>
            </a:r>
            <a:r>
              <a:rPr lang="pl-PL" sz="2000" dirty="0"/>
              <a:t>. W naszym projekcie będzie używać </a:t>
            </a:r>
            <a:r>
              <a:rPr lang="pl-PL" sz="2000" dirty="0" err="1"/>
              <a:t>phishingu</a:t>
            </a:r>
            <a:r>
              <a:rPr lang="pl-PL" sz="2000" dirty="0"/>
              <a:t>.</a:t>
            </a:r>
            <a:endParaRPr lang="en-GB" sz="2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1AAA2C-FBBE-42AA-B869-31D524B76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6112341"/>
            <a:ext cx="1050645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937BBF-9326-4230-AB1B-F1795E350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16936" y="4000284"/>
            <a:ext cx="54864" cy="420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5127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2EEC39C-A79E-91D5-939D-9D96A2BB3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Serwer do przesyłania plików</a:t>
            </a:r>
            <a:endParaRPr lang="en-GB" dirty="0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455EF08F-B8DF-E25A-908A-2812ACF130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7287" y="2478088"/>
            <a:ext cx="8005389" cy="369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191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752CA37-AB61-08D7-A919-2225D161B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VirusTotal</a:t>
            </a:r>
            <a:endParaRPr lang="en-GB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3F177E5-3671-CAD7-E81D-4F61503D0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 err="1"/>
              <a:t>VirusTotal</a:t>
            </a:r>
            <a:r>
              <a:rPr lang="pl-PL" dirty="0"/>
              <a:t> jest to strona służąca do analizy podejrzanych plików, domen, IP oraz URL do wykrywania złośliwego oprogramowania. Używamy API, aby sprawdzać przesyłane pliki czy nie zawierają one złośliwego oprogramowania.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7937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D5A2CB6-684A-96F2-7CCB-21AEE7E9A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Zadanie 1</a:t>
            </a:r>
            <a:endParaRPr lang="en-GB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6F6C2A0-264B-8273-5FE6-EE4446247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3993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E28D52C-3EB7-8EFF-C452-DD2B11CCF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Zadanie 2</a:t>
            </a:r>
            <a:endParaRPr lang="en-GB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AC1CF11-3DED-50F2-6BBF-45A2A3F1A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5662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B693AD7-E102-E148-02CC-50B5E06F3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Zadanie 3</a:t>
            </a:r>
            <a:endParaRPr lang="en-GB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5C9A3E3-8879-1E5A-FB7B-7C2FBA763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7855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D6FBB9D-1CAA-4D05-AB33-BABDFE17B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4727B71-B4B6-4823-80A1-68C40B475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A6DB05-9FB5-4B07-8675-74C23D4F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6838569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86C98DA-0F1C-9B93-129A-DF8C75026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6" y="978619"/>
            <a:ext cx="599124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Źródła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1300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8" y="2093976"/>
            <a:ext cx="5846683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BE7B5D6-0B74-7D17-0560-52B7600F41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1248" y="2252870"/>
            <a:ext cx="5993892" cy="356025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 dirty="0">
                <a:hlinkClick r:id="rId2"/>
              </a:rPr>
              <a:t>https://www.kali.org/tools/set/</a:t>
            </a:r>
            <a:endParaRPr lang="pl-PL" sz="1800" dirty="0"/>
          </a:p>
          <a:p>
            <a:r>
              <a:rPr lang="en-US" sz="1800" dirty="0">
                <a:hlinkClick r:id="rId3"/>
              </a:rPr>
              <a:t>https://kalilinuxtutorials.com/social-engineering-toolkit-tutorial/</a:t>
            </a:r>
            <a:endParaRPr lang="pl-PL" sz="1800" dirty="0"/>
          </a:p>
          <a:p>
            <a:r>
              <a:rPr lang="en-US" sz="1800" dirty="0">
                <a:hlinkClick r:id="rId4"/>
              </a:rPr>
              <a:t>https://www.virustotal.com/</a:t>
            </a:r>
            <a:endParaRPr lang="en-US" sz="1800" dirty="0"/>
          </a:p>
        </p:txBody>
      </p:sp>
      <p:pic>
        <p:nvPicPr>
          <p:cNvPr id="6" name="Graphic 6" descr="Książki">
            <a:extLst>
              <a:ext uri="{FF2B5EF4-FFF2-40B4-BE49-F238E27FC236}">
                <a16:creationId xmlns:a16="http://schemas.microsoft.com/office/drawing/2014/main" id="{09CBE08A-B78B-1A63-7DA6-B32D5F19FB5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79814" y="1329879"/>
            <a:ext cx="4097657" cy="409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228828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270</Words>
  <Application>Microsoft Office PowerPoint</Application>
  <PresentationFormat>Panoramiczny</PresentationFormat>
  <Paragraphs>33</Paragraphs>
  <Slides>13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13</vt:i4>
      </vt:variant>
    </vt:vector>
  </HeadingPairs>
  <TitlesOfParts>
    <vt:vector size="17" baseType="lpstr">
      <vt:lpstr>Arial</vt:lpstr>
      <vt:lpstr>Avenir Next LT Pro</vt:lpstr>
      <vt:lpstr>Calibri</vt:lpstr>
      <vt:lpstr>AccentBoxVTI</vt:lpstr>
      <vt:lpstr>Podejrzane pliki kontra serwis do przesyłania danych</vt:lpstr>
      <vt:lpstr>Plan prezentacji</vt:lpstr>
      <vt:lpstr>Cel projektu</vt:lpstr>
      <vt:lpstr>Technologie</vt:lpstr>
      <vt:lpstr>VirtualBox</vt:lpstr>
      <vt:lpstr>Social Engineering Toolkit</vt:lpstr>
      <vt:lpstr>Czym są ataki socjotechniczne?</vt:lpstr>
      <vt:lpstr>Serwer do przesyłania plików</vt:lpstr>
      <vt:lpstr>VirusTotal</vt:lpstr>
      <vt:lpstr>Zadanie 1</vt:lpstr>
      <vt:lpstr>Zadanie 2</vt:lpstr>
      <vt:lpstr>Zadanie 3</vt:lpstr>
      <vt:lpstr>Źródła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Maciej Kochan</dc:creator>
  <cp:lastModifiedBy>Maciej Kochan</cp:lastModifiedBy>
  <cp:revision>1</cp:revision>
  <dcterms:created xsi:type="dcterms:W3CDTF">2025-11-28T12:55:44Z</dcterms:created>
  <dcterms:modified xsi:type="dcterms:W3CDTF">2025-11-28T15:14:51Z</dcterms:modified>
</cp:coreProperties>
</file>